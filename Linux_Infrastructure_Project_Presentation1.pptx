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10972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914400" cy="109728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0" y="0"/>
            <a:ext cx="457200" cy="109728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660855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Integrated </a:t>
            </a:r>
            <a:r>
              <a:rPr dirty="0"/>
              <a:t>Linux Infrastructure</a:t>
            </a:r>
            <a:br>
              <a:rPr dirty="0"/>
            </a:br>
            <a:endParaRPr lang="en-US" dirty="0"/>
          </a:p>
          <a:p>
            <a:pPr>
              <a:defRPr sz="1800">
                <a:solidFill>
                  <a:srgbClr val="CDDCEB"/>
                </a:solidFill>
                <a:latin typeface="Aptos"/>
              </a:defRPr>
            </a:pPr>
            <a:r>
              <a:rPr lang="en-US" dirty="0"/>
              <a:t>Ubuntu • LVM • ACL Security • Backup &amp; Recovery •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400" y="3794759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B9DB4"/>
                </a:solidFill>
                <a:latin typeface="Aptos"/>
              </a:defRPr>
            </a:pPr>
            <a:r>
              <a:t>Enterprise-style departmental storage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97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ECD"/>
                </a:solidFill>
                <a:latin typeface="Aptos"/>
              </a:defRPr>
            </a:pPr>
            <a:r>
              <a:t>Project Presentation  |  Ubuntu Server in VirtualBox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What was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78250"/>
            <a:ext cx="2657138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Ubuntu Server deployed inside</a:t>
            </a:r>
            <a:endParaRPr lang="en-US" dirty="0"/>
          </a:p>
          <a:p>
            <a:pPr algn="just"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VirtualBox with an additional 15 GB </a:t>
            </a:r>
            <a:endParaRPr lang="en-US" dirty="0"/>
          </a:p>
          <a:p>
            <a:pPr algn="just"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storage disk.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298254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LVM-based departmental storage for HR,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IT and Finance using ext4 filesystems.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64008" cy="18288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2712666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ACL-based access control plus full,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incremental and automated backup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Designed a structured storage layout instead of relying on a single filesystem.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Separated departmental data to support controlled access and independent capacity management.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Demonstrated recovery and later expanded the HR logical volume by 1 GB.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Infrastructure goals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01  Provision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Partition the additional disk and build the LVM hierarchy.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258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325880"/>
            <a:ext cx="64008" cy="132588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14904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02  Department separation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19202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Create dedicated HR, IT and Finance logical volumes.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64008" cy="132588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0906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03  Secure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204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Apply ACLs and verify authorized departmental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9260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2926080"/>
            <a:ext cx="64008" cy="1325880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30906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04  Protect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5204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Create backups, restore data and validate recovery.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262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64008" cy="132588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6908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05  Automate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1206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Use a Bash backup script for repeatable backup operations.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5262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4526280"/>
            <a:ext cx="64008" cy="132588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7" y="469087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06 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5120640"/>
            <a:ext cx="4690872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Demonstrate online capacity expansion for HR.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3. Storage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From physical disk to departmental mount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15 GB Disk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 /dev/sdb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288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72968" y="1965960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Partition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/dev/sdb1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26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96128" y="1965960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Volume Group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enterprise_vg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23444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9288" y="1371600"/>
            <a:ext cx="15179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HR LV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hr_lv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42316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560320"/>
            <a:ext cx="15179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IT LV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it_lv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61188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9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3749040"/>
            <a:ext cx="15179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1F34"/>
                </a:solidFill>
                <a:latin typeface="Aptos"/>
              </a:defRPr>
            </a:pPr>
            <a:r>
              <a:t>Finance LV</a:t>
            </a:r>
          </a:p>
          <a:p>
            <a:pPr algn="ctr">
              <a:defRPr sz="1000">
                <a:solidFill>
                  <a:srgbClr val="5F6E7D"/>
                </a:solidFill>
                <a:latin typeface="Aptos"/>
              </a:defRPr>
            </a:pPr>
            <a:r>
              <a:t>finance_lv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286000"/>
            <a:ext cx="411480" cy="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20" y="2286000"/>
            <a:ext cx="411480" cy="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98079" y="1691640"/>
            <a:ext cx="411481" cy="59436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2286000"/>
            <a:ext cx="411481" cy="59436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2286000"/>
            <a:ext cx="411481" cy="1783080"/>
          </a:xfrm>
          <a:prstGeom prst="line">
            <a:avLst/>
          </a:prstGeom>
          <a:ln w="25400">
            <a:solidFill>
              <a:srgbClr val="5F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21240" y="123444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21240" y="1234440"/>
            <a:ext cx="64008" cy="914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22408" y="139903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/enterprise/hr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1828800"/>
            <a:ext cx="12618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ext4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4231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21240" y="2423160"/>
            <a:ext cx="64008" cy="914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8" y="2587752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/enterprise/it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8" y="3017520"/>
            <a:ext cx="12618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ext4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36118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21240" y="3611880"/>
            <a:ext cx="64008" cy="914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93147" y="3703761"/>
            <a:ext cx="1444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rPr dirty="0"/>
              <a:t>/enterprise</a:t>
            </a:r>
            <a:endParaRPr lang="en-US" dirty="0"/>
          </a:p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rPr dirty="0"/>
              <a:t>/finance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2408" y="4206240"/>
            <a:ext cx="126187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ext4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4. LVM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Logical storage with independent departmental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Physical Volume (PV): /dev/sdb1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Volume Group (VG): enterprise_vg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Logical Volumes: hr_lv, it_lv, finance_lv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Filesystems: ext4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Mount points: /enterprise/hr, /enterprise/it, /enterprise/finance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HR logical volume was later extended by 1 GB using LVM online resize.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64008" cy="11430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15819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Why LVM?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863474"/>
            <a:ext cx="2645211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Flexible allocation,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easier resizing and cleaner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separation of departmental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788920"/>
            <a:ext cx="64008" cy="114300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29535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Filesystem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245337"/>
            <a:ext cx="249491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ext4 provides the filesystem layer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on each logical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1605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416052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432511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627314"/>
            <a:ext cx="23716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LVM and mounted storage were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checked using </a:t>
            </a:r>
            <a:r>
              <a:rPr dirty="0" err="1"/>
              <a:t>lvs</a:t>
            </a:r>
            <a:r>
              <a:rPr dirty="0"/>
              <a:t> and </a:t>
            </a:r>
            <a:r>
              <a:rPr dirty="0" err="1"/>
              <a:t>df</a:t>
            </a:r>
            <a:r>
              <a:rPr dirty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5. Access Control with ACLs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Departmental authorization and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257500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HR users receive access to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/enterprise/</a:t>
            </a:r>
            <a:r>
              <a:rPr dirty="0" err="1"/>
              <a:t>hr</a:t>
            </a:r>
            <a:r>
              <a:rPr dirty="0"/>
              <a:t> while other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departmental access is restricted.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65960"/>
            <a:ext cx="2352824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IT storage is separated from HR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and Finance using the same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ACL-based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18288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65960"/>
            <a:ext cx="27644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Finance storage remains a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distinct protected departmental area.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ACLs were backed up to /enterprise/acl_backup/department_acls.txt.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ACL restoration was tested successfully.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Authorized HR access was verified by creating a test file as hruser.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The restored test file was removed after validation.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6. Backup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Multiple recovery layers were demonstrated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219456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FULL BACKUP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2126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Created a compressed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archive of HR, IT and Finance.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64008" cy="219456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INCREMENTAL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011680"/>
            <a:ext cx="23566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Captured a test change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separately from the full backup.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64008" cy="219456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011680"/>
            <a:ext cx="242419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Deleted the test file and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restored it from the incremental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archive.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514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64008" cy="2194560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58191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011680"/>
            <a:ext cx="1932196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Bash script generates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timestamped automated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backups.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1605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88720" y="4160520"/>
            <a:ext cx="64008" cy="123444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9888" y="4325112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Backup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754880"/>
            <a:ext cx="4416552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/enterprise/backups/full</a:t>
            </a:r>
            <a:br/>
            <a:r>
              <a:t>/enterprise/backups/incremental</a:t>
            </a:r>
            <a:br/>
            <a:r>
              <a:t>/enterprise/backups/automated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605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160520"/>
            <a:ext cx="64008" cy="12344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4325112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Recovery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754880"/>
            <a:ext cx="4416552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The deleted incremental test file was restored successfully and verified.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7. Backup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Repeatable Bash-based operational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766560" cy="4297680"/>
          </a:xfrm>
          <a:prstGeom prst="roundRect">
            <a:avLst/>
          </a:prstGeom>
          <a:solidFill>
            <a:srgbClr val="141F34"/>
          </a:solidFill>
          <a:ln>
            <a:solidFill>
              <a:srgbClr val="37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6217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#!/bin/bash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BACKUP_DIR="/enterprise/backups/automated"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DATE=$(date +%Y%m%d_%H%M%S)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mkdir -p "$BACKUP_DIR"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tar -czf "$BACKUP_DIR/enterprise_backup_$DATE.tar.gz" ...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echo "Backup completed: ..."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087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1508760"/>
            <a:ext cx="64008" cy="123444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8" y="1673351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103120"/>
            <a:ext cx="2862072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/enterprise/scripts/backup.sh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9718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2971800"/>
            <a:ext cx="64008" cy="123444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313639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566160"/>
            <a:ext cx="258468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Timestamped .tar.gz archives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in the automated backup directory.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43484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4434840"/>
            <a:ext cx="64008" cy="1234440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8" y="4599431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5029200"/>
            <a:ext cx="21716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Script execution and backup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directory listing were tested.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8. Capacity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Demonstrating LVM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2057400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31059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HR logical volume had its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original allocation and the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volume group still contained free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64008" cy="2057400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11680"/>
            <a:ext cx="29438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HR was extended by +1 GB using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lvextend</a:t>
            </a:r>
            <a:r>
              <a:rPr dirty="0"/>
              <a:t> with filesystem resize enabled.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20574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11680"/>
            <a:ext cx="312258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LVM/storage validation was </a:t>
            </a:r>
            <a:endParaRPr lang="en-US" dirty="0"/>
          </a:p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performed to confirm the expanded layout.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2423160"/>
            <a:ext cx="365760" cy="0"/>
          </a:xfrm>
          <a:prstGeom prst="line">
            <a:avLst/>
          </a:prstGeom>
          <a:ln w="38100">
            <a:solidFill>
              <a:srgbClr val="26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2423160"/>
            <a:ext cx="365760" cy="0"/>
          </a:xfrm>
          <a:prstGeom prst="line">
            <a:avLst/>
          </a:prstGeom>
          <a:ln w="38100">
            <a:solidFill>
              <a:srgbClr val="26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Key benefit: capacity can be increased without rebuilding the department filesystem from scratch.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This demonstrates practical storage administration rather than only initial provisioning.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9. Validation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Checks used to confirm the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64008" cy="74980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LVM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924" y="1671484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lvs</a:t>
            </a:r>
            <a:r>
              <a:rPr dirty="0"/>
              <a:t>    —    Logical volumes and sizing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67128"/>
            <a:ext cx="64008" cy="749808"/>
          </a:xfrm>
          <a:prstGeom prst="rect">
            <a:avLst/>
          </a:prstGeom>
          <a:solidFill>
            <a:srgbClr val="2B9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Mounts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" y="2604172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 err="1"/>
              <a:t>df</a:t>
            </a:r>
            <a:r>
              <a:rPr dirty="0"/>
              <a:t> -h | grep /enterprise    —    Department filesystems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99816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31520" y="3099816"/>
            <a:ext cx="64008" cy="749808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264408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" y="3611880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 err="1"/>
              <a:t>getfacl</a:t>
            </a:r>
            <a:r>
              <a:rPr dirty="0"/>
              <a:t> /enterprise/</a:t>
            </a:r>
            <a:r>
              <a:rPr dirty="0" err="1"/>
              <a:t>hr</a:t>
            </a:r>
            <a:r>
              <a:rPr dirty="0"/>
              <a:t>    —    </a:t>
            </a:r>
            <a:r>
              <a:rPr dirty="0" err="1"/>
              <a:t>hruser</a:t>
            </a:r>
            <a:r>
              <a:rPr dirty="0"/>
              <a:t> permission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32504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32504"/>
            <a:ext cx="64008" cy="749808"/>
          </a:xfrm>
          <a:prstGeom prst="rect">
            <a:avLst/>
          </a:prstGeom>
          <a:solidFill>
            <a:srgbClr val="DC8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197096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Backups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40438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ls -</a:t>
            </a:r>
            <a:r>
              <a:rPr dirty="0" err="1"/>
              <a:t>lh</a:t>
            </a:r>
            <a:r>
              <a:rPr dirty="0"/>
              <a:t> /enterprise/backups/...    —    Backup 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65192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965192"/>
            <a:ext cx="64008" cy="749808"/>
          </a:xfrm>
          <a:prstGeom prst="rect">
            <a:avLst/>
          </a:prstGeom>
          <a:solidFill>
            <a:srgbClr val="26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129783"/>
            <a:ext cx="10378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924" y="5477255"/>
            <a:ext cx="1036015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rPr dirty="0"/>
              <a:t>ls -l /enterprise/scripts/backup.sh    —    Executable script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4"/>
                </a:solidFill>
                <a:latin typeface="Aptos Display"/>
              </a:defRPr>
            </a:pPr>
            <a:r>
              <a:t>10.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D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4475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15 GB additional disk integrated into LVM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2801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28016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7" y="144475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1874519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ACL-based departmental access implemented and tested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90779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3756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Full and incremental backups created and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274320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290779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33756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Deleted test data restored successfully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37083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80060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Bash backup script created and tested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2062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4206240"/>
            <a:ext cx="64008" cy="1143000"/>
          </a:xfrm>
          <a:prstGeom prst="rect">
            <a:avLst/>
          </a:prstGeom>
          <a:solidFill>
            <a:srgbClr val="2D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7" y="437083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4"/>
                </a:solidFill>
                <a:latin typeface="Aptos Display"/>
              </a:defRPr>
            </a:pPr>
            <a:r>
              <a:t>✓ 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4800600"/>
            <a:ext cx="469087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E7D"/>
                </a:solidFill>
                <a:latin typeface="Aptos"/>
              </a:defRPr>
            </a:pPr>
            <a:r>
              <a:t>HR logical volume extended by 1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E7D"/>
                </a:solidFill>
                <a:latin typeface="Aptos"/>
              </a:defRPr>
            </a:pPr>
            <a:r>
              <a:t>LINUX INFRASTRUCTURE PROJECT  •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A practical enterprise-style Linux storage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Ubuntu was configured as a structured departmental storage server.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LVM provided flexible storage management for HR, IT and Finance.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ACLs provided controlled access to departmental data.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Backup, recovery and automation improved data protection and operational reliability.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LVM expansion demonstrated that the infrastructure can grow with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9DB4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3D2E1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5A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EC6D0"/>
                </a:solidFill>
                <a:latin typeface="Aptos"/>
              </a:defRPr>
            </a:pPr>
            <a:r>
              <a:t>LINUX INFRASTRUCTURE PROJECT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984</Words>
  <Application>Microsoft Office PowerPoint</Application>
  <PresentationFormat>Widescreen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Punith appu</dc:creator>
  <cp:keywords/>
  <dc:description>generated using python-pptx</dc:description>
  <cp:lastModifiedBy>PUNEETH N</cp:lastModifiedBy>
  <cp:revision>2</cp:revision>
  <dcterms:created xsi:type="dcterms:W3CDTF">2013-01-27T09:14:16Z</dcterms:created>
  <dcterms:modified xsi:type="dcterms:W3CDTF">2026-10-06T15:28:31Z</dcterms:modified>
  <cp:category/>
</cp:coreProperties>
</file>